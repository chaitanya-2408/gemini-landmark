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49E2-E510-7833-45E7-DB7755EDD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9592E-890F-B45E-4118-63EDDC2FB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D42BD-8FB5-CC86-E6A3-F3E2DCE3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3BAA5-3CEA-79F1-4317-F811B3A4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08410-4A66-53B5-3592-88C1B2E3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79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370A2-28D3-ACF1-6642-AEEF9114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55E14-857E-FCA6-E2E9-D8B9CCA57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32E10-D344-9363-4895-BDEC65B1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8973C-1731-F292-54D6-7D0B9F95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6833D-37E7-1B73-13EA-F788F0B6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9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71226-3FCA-299B-E354-C5381B6DC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8E44C-FD08-AD49-EE92-948782712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F1FB1-2336-C5DF-12C8-BFDA8DA5F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B8AC2-AAAE-6A02-52D8-F1FF23248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9E26D-C438-F6AA-95D6-44AFE3FAA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28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66AB-1D62-E7B9-A6BB-0818FBD2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2CB31-E58E-4651-FC3F-F97431870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9EBC1-928C-0AF6-9E4F-F2275BA37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CDE93-F46D-682C-6E61-6C0AF503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5A269-E30B-9113-E4C8-F2C53F48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A4763-A0FD-4E4A-60DD-84D161C1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117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0A3C-6137-5C7F-5678-63975B88C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5E466-93C5-074C-40D1-2491BB7FF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C1E7E-83E7-0895-9CDB-5780BE823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B3844B-B471-9ACA-7046-4547BA09D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4C31D4-764B-CA73-DCA0-53D552F6F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63AA89-700E-93A9-8FD5-AA35AB2E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D09A7E-E81E-BC9E-6F2B-4EDE99EE1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AA981-2180-31D9-64FD-708086B7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667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660B3-DBF1-FFAB-44AC-DE2376E3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D8FEB-A298-B40D-50F4-0A25E96EE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A8291-AD46-8FD5-4113-98CFD15F1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767C5-A991-1F3B-7584-68575921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42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13FFF-6276-5DBB-4A1B-B3568AB2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C6490-2B3E-0F78-9946-55A2A5D3D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8EB9B-7FD7-FD79-E52C-55561C31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46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B7530-07FD-19CC-4E98-A1DA12218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15F1B-CC4B-3562-D812-A9EC2EF74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D2DCD-C441-E04A-7528-FC00A3E2F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BF1D6-B0AD-92B2-8B19-FB05A5AC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ABBC7-6FF3-DE04-31DD-494F413F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AF8A2-8F33-1533-23A2-D4532515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2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3C5C3-2AF0-B729-B757-9460CC0E9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91B269-C5A4-DA9D-765C-CFBBA5F462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A83A8-D675-60FE-BC4B-816CF0BD5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65DAA-C97D-1089-21E7-702E7994E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38CCD-8F71-B5D2-65E2-557036C38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E2D2F-4C76-D23F-BDF2-4F4300338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287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1507-B1E1-FDA8-38B6-BDBD15144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B13A7-5DC3-4B04-25CF-75A5B1716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7DC9F-6A64-D4E3-1042-311DB7A30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F6878-6DEE-87D5-1952-1334BC24E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B2133-4BC6-F014-D478-3DB1B030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82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E71E0D-D6C3-DD1D-87ED-E3EF4AE60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7BD69-6E03-2486-5330-38C53D35E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E041B-B75D-9E7F-3FF8-E3DC1D9B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E0EB0-A225-3DEE-FFF1-66CDE9317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1C5B9-3DDE-ACE1-B8E2-6628A3A7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3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2E9DF1-D2E3-2CA9-CD97-C656BD7B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536D9-5CF0-7E53-57AF-5E449BA4B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4B0B5-D2D7-1EA6-E091-ABB77BA68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962EE-6F55-4312-B267-12EB31205FAF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B849C-60B0-1D5E-DC88-A2463D934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38437-F0FB-4B98-BD5C-2E9EFE339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0CF43-FFA2-49A3-9AEC-0666E1BC1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94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58D4-ADBE-F49F-788B-6B24D6FEEB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4B4BC-03A3-658C-1859-3F0DF1A0A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7ECDA-B89E-EED3-99B9-B550E3D6F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20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570992-82C6-4818-D893-A6C59B6CE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5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1AD19A-DB24-D40A-78EC-2B5AB8BED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49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47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387638-4585-FC2D-63D1-C5A70C0AC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724B46-2F33-9F12-13E6-78446DB74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8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8B7C3-0F14-3620-AB5F-34F5EFFA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4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97AFDC-A614-9277-2816-5081F6D74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3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A59564-532D-5F30-783A-8F46F3E50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31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40B06F-466C-2153-2C35-9D2E56418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863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charantejadande@outlook.com</dc:creator>
  <cp:lastModifiedBy>charantejadande@outlook.com</cp:lastModifiedBy>
  <cp:revision>1</cp:revision>
  <dcterms:created xsi:type="dcterms:W3CDTF">2025-02-12T06:26:27Z</dcterms:created>
  <dcterms:modified xsi:type="dcterms:W3CDTF">2025-02-12T06:26:27Z</dcterms:modified>
</cp:coreProperties>
</file>